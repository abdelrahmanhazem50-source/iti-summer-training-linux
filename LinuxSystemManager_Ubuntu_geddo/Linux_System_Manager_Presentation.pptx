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SYSTEM MANAGER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26"/>
                </a:solidFill>
              </a:rPr>
              <a:t>Linux System Manager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A"/>
                </a:solidFill>
              </a:rPr>
              <a:t>C++17 • Linux APIs • OOP • Processes • Files • Networking • Threads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" y="24231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724912"/>
            <a:ext cx="46177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Terminal-based manager built around five focused classes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Uses /proc and Linux APIs instead of shell shortcuts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Includes safe signal testing, documentation and test cases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Built and verified with g++ using C++17</a:t>
            </a:r>
            <a:endParaRPr lang="en-US" sz="1500" dirty="0"/>
          </a:p>
        </p:txBody>
      </p:sp>
      <p:pic>
        <p:nvPicPr>
          <p:cNvPr id="6" name="Image 0" descr="/mnt/data/LinuxSystemManager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051560"/>
            <a:ext cx="484632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Project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C"/>
                </a:solidFill>
              </a:rPr>
              <a:t>main.cpp stays small; each Linux topic is handled by its own class.</a:t>
            </a:r>
            <a:endParaRPr lang="en-US" sz="1250" dirty="0"/>
          </a:p>
        </p:txBody>
      </p:sp>
      <p:pic>
        <p:nvPicPr>
          <p:cNvPr id="4" name="Image 0" descr="/mnt/data/LinuxSystemManager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557784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6177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SystemInfo — uname(), /proc/meminfo, statvfs()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ProcessManager — /proc, fork(), waitpid(), kill()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FileManager — stat()/lstat() and chmod()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NetworkManager — getifaddrs(), DNS, fork()+exec() ping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ThreadDemo — three std::thread workers and join()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System and File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C"/>
                </a:solidFill>
              </a:rPr>
              <a:t>Direct Linux information with simple, readable output.</a:t>
            </a:r>
            <a:endParaRPr lang="en-US" sz="1250" dirty="0"/>
          </a:p>
        </p:txBody>
      </p:sp>
      <p:pic>
        <p:nvPicPr>
          <p:cNvPr id="4" name="Image 0" descr="/mnt/data/LinuxSystemManager/screenshots/02_system_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5577840" cy="4498848"/>
          </a:xfrm>
          <a:prstGeom prst="rect">
            <a:avLst/>
          </a:prstGeom>
        </p:spPr>
      </p:pic>
      <p:pic>
        <p:nvPicPr>
          <p:cNvPr id="5" name="Image 1" descr="/mnt/data/LinuxSystemManager/screenshots/04_fi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98448"/>
            <a:ext cx="5257800" cy="4498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5925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SystemInfo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783080" y="5925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27B"/>
                </a:solidFill>
              </a:rPr>
              <a:t>uname() • /proc/meminfo • statvfs()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19088" y="5925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FileManager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635240" y="5925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27B"/>
                </a:solidFill>
              </a:rPr>
              <a:t>lstat() • chmod() • octal permissions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Process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C"/>
                </a:solidFill>
              </a:rPr>
              <a:t>The main learning focus: /proc, process states, fork, wait and signals.</a:t>
            </a:r>
            <a:endParaRPr lang="en-US" sz="1250" dirty="0"/>
          </a:p>
        </p:txBody>
      </p:sp>
      <p:pic>
        <p:nvPicPr>
          <p:cNvPr id="4" name="Image 0" descr="/mnt/data/LinuxSystemManager/screenshots/03_proce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745236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02752" y="1572768"/>
            <a:ext cx="33375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Scans numeric folders in /proc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Reads PID, PPID, name, state, thread count and memory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Creates a child with fork()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Child exits with status 42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Parent waits using waitpid()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Networking and Threads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C"/>
                </a:solidFill>
              </a:rPr>
              <a:t>Basic networking remains API-driven; multithreading uses three workers.</a:t>
            </a:r>
            <a:endParaRPr lang="en-US" sz="1250" dirty="0"/>
          </a:p>
        </p:txBody>
      </p:sp>
      <p:pic>
        <p:nvPicPr>
          <p:cNvPr id="4" name="Image 0" descr="/mnt/data/LinuxSystemManager/screenshots/05_network_thre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676656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481328"/>
            <a:ext cx="37947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getifaddrs() lists IPv4 interfaces and UP/DOWN state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DNS uses getaddrinfo() and getnameinfo()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Ping is executed with fork() + execlp() + waitpid()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No system() is used for the required functionality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7323A"/>
                </a:solidFill>
              </a:rPr>
              <a:t>Three threads sleep independently and join before returning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Signals and Safe Testing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C"/>
                </a:solidFill>
              </a:rPr>
              <a:t>A dedicated helper process avoids experimenting on random system processes.</a:t>
            </a:r>
            <a:endParaRPr lang="en-US" sz="1250" dirty="0"/>
          </a:p>
        </p:txBody>
      </p:sp>
      <p:pic>
        <p:nvPicPr>
          <p:cNvPr id="4" name="Image 0" descr="/mnt/data/LinuxSystemManager/screenshots/06_sign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8448"/>
            <a:ext cx="589788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95160" y="1508760"/>
            <a:ext cx="43434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SIGSTOP changes the test process to stopped state T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SIGCONT resumes the process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SIGTERM lets the helper exit cleanly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SIGKILL is supported but cannot be caught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7323A"/>
                </a:solidFill>
              </a:rPr>
              <a:t>PID 1 and the manager process itself are blocked for safety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</a:rPr>
              <a:t>Build, Testing and Deliverables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27C"/>
                </a:solidFill>
              </a:rPr>
              <a:t>Everything required for submission is included in one project folder.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</a:rPr>
              <a:t>Build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4389120" cy="1051560"/>
          </a:xfrm>
          <a:prstGeom prst="rect">
            <a:avLst/>
          </a:prstGeom>
          <a:solidFill>
            <a:srgbClr val="F2F4F6"/>
          </a:solidFill>
          <a:ln>
            <a:solidFill>
              <a:srgbClr val="E2E7EA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./linux_system_manager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4015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A"/>
                </a:solidFill>
              </a:rPr>
              <a:t>Verified with -std=c++17 -Wall -Wextra -pedantic -pthread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41330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5434B"/>
                </a:solidFill>
              </a:rPr>
              <a:t>Manual test cases cover valid and invalid input, processes, signals, files, permissions, networking and threads.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0" y="1508760"/>
            <a:ext cx="429768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Source code + headers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Makefile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README and API explanations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Architecture diagram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Screenshots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Test cases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Build verification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7323A"/>
                </a:solidFill>
              </a:rPr>
              <a:t>Final presentation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F6B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Manager</dc:title>
  <dc:subject>Linux System Manager Graduation Project</dc:subject>
  <dc:creator>Linux System Manager Project</dc:creator>
  <cp:lastModifiedBy>Linux System Manager Project</cp:lastModifiedBy>
  <cp:revision>1</cp:revision>
  <dcterms:created xsi:type="dcterms:W3CDTF">2026-08-15T17:03:44Z</dcterms:created>
  <dcterms:modified xsi:type="dcterms:W3CDTF">2026-08-15T17:03:44Z</dcterms:modified>
</cp:coreProperties>
</file>